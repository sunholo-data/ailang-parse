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9144000" cy="6858000" type="screen4x3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 txBox="1"/>
          <p:nvPr/>
        </p:nvSpPr>
        <p:spPr>
          <a:xfrm>
            <a:off x="457200" y="1200000"/>
            <a:ext cx="8229600" cy="800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800" b="1"/>
              <a:t>Introduction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2400000"/>
            <a:ext cx="8229600" cy="60000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1800"/>
              <a:t>This is a test document for the AILANG DocParse demo. It contains headings, paragraphs, lists, and a table.</a:t>
            </a:r>
          </a:p>
        </p:txBody>
      </p:sp>
      <p:sp>
        <p:nvSpPr>
          <p:cNvPr id="4" name="Title 4"/>
          <p:cNvSpPr txBox="1"/>
          <p:nvPr/>
        </p:nvSpPr>
        <p:spPr>
          <a:xfrm>
            <a:off x="457200" y="3600000"/>
            <a:ext cx="8229600" cy="800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800" b="1"/>
              <a:t>Features</a:t>
            </a:r>
          </a:p>
        </p:txBody>
      </p:sp>
      <p:sp>
        <p:nvSpPr>
          <p:cNvPr id="5" name="List 5"/>
          <p:cNvSpPr txBox="1"/>
          <p:nvPr/>
        </p:nvSpPr>
        <p:spPr>
          <a:xfrm>
            <a:off x="457200" y="4800000"/>
            <a:ext cx="8229600" cy="100000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1800"/>
              <a:t>• Pure functional XML parsing</a:t>
            </a:r>
          </a:p>
        </p:txBody>
      </p:sp>
      <p:sp>
        <p:nvSpPr>
          <p:cNvPr id="6" name="List 6"/>
          <p:cNvSpPr txBox="1"/>
          <p:nvPr/>
        </p:nvSpPr>
        <p:spPr>
          <a:xfrm>
            <a:off x="457200" y="6000000"/>
            <a:ext cx="8229600" cy="100000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1800"/>
              <a:t>• AI-augmented layout understanding</a:t>
            </a:r>
          </a:p>
        </p:txBody>
      </p:sp>
      <p:sp>
        <p:nvSpPr>
          <p:cNvPr id="7" name="List 7"/>
          <p:cNvSpPr txBox="1"/>
          <p:nvPr/>
        </p:nvSpPr>
        <p:spPr>
          <a:xfrm>
            <a:off x="457200" y="7200000"/>
            <a:ext cx="8229600" cy="100000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1800"/>
              <a:t>• Bounded costs via capability budgets</a:t>
            </a:r>
          </a:p>
        </p:txBody>
      </p:sp>
      <p:sp>
        <p:nvSpPr>
          <p:cNvPr id="8" name="Title 8"/>
          <p:cNvSpPr txBox="1"/>
          <p:nvPr/>
        </p:nvSpPr>
        <p:spPr>
          <a:xfrm>
            <a:off x="457200" y="8400000"/>
            <a:ext cx="8229600" cy="800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800" b="1"/>
              <a:t>Sample Data Table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457200" y="9600000"/>
          <a:ext cx="8229600" cy="1500000"/>
        </p:xfrm>
        <a:graphic>
          <a:graphicData uri="http://schemas.openxmlformats.org/drawingml/2006/table">
            <a:tbl>
              <a:tblPr firstRow="1" bandRow="1"/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Status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Supported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PowerPoint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.pptx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Planned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itle 10"/>
          <p:cNvSpPr txBox="1"/>
          <p:nvPr/>
        </p:nvSpPr>
        <p:spPr>
          <a:xfrm>
            <a:off x="457200" y="10800000"/>
            <a:ext cx="8229600" cy="800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800" b="1"/>
              <a:t>Conclusion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457200" y="12000000"/>
            <a:ext cx="8229600" cy="60000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1800"/>
              <a:t>AILANG provides type-safe, contract-verified document parsing with bounded AI costs. Pattern matching on XML trees is elegant compared to imperative DOM traversal.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LANG Parse">
  <a:themeElements>
    <a:clrScheme name="AILANG Pars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ILANG Pars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AILANG Pars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