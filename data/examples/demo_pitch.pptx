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DocParse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Unlocking insights from your unstructured documents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The Problem: Document Overload &amp; Data Silos</a:t>
            </a:r>
          </a:p>
        </p:txBody>
      </p:sp>
      <p:sp>
        <p:nvSpPr>
          <p:cNvPr id="3" name="List 3"/>
          <p:cNvSpPr txBox="1"/>
          <p:nvPr/>
        </p:nvSpPr>
        <p:spPr>
          <a:xfrm>
            <a:off x="457200" y="24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Manual data entry leads to errors and delays.</a:t>
            </a:r>
          </a:p>
          <a:p>
            <a:r>
              <a:rPr lang="en-US" sz="1800"/>
              <a:t>u2022 Valuable information trapped in PDFs, images, and scanned documents.</a:t>
            </a:r>
          </a:p>
          <a:p>
            <a:r>
              <a:rPr lang="en-US" sz="1800"/>
              <a:t>u2022 Time-consuming and costly document processing workflows.</a:t>
            </a:r>
          </a:p>
          <a:p>
            <a:r>
              <a:rPr lang="en-US" sz="1800"/>
              <a:t>u2022 Lack of real-time insights from critical business documents.</a:t>
            </a:r>
          </a:p>
          <a:p>
            <a:r>
              <a:rPr lang="en-US" sz="1800"/>
              <a:t>u2022 Inconsistent data formats hinder integration and analysis.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DocParse: Your Intelligent Document Automation Partner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DocParse leverages advanced AI and machine learning to automatically extract, classify, and validate data from various document types, transforming unstructured information into structured, actionable data for your business systems.</a:t>
            </a:r>
          </a:p>
        </p:txBody>
      </p:sp>
      <p:sp>
        <p:nvSpPr>
          <p:cNvPr id="4" name="Title 4"/>
          <p:cNvSpPr txBox="1"/>
          <p:nvPr/>
        </p:nvSpPr>
        <p:spPr>
          <a:xfrm>
            <a:off x="457200" y="36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Key Features</a:t>
            </a:r>
          </a:p>
        </p:txBody>
      </p:sp>
      <p:sp>
        <p:nvSpPr>
          <p:cNvPr id="5" name="List 5"/>
          <p:cNvSpPr txBox="1"/>
          <p:nvPr/>
        </p:nvSpPr>
        <p:spPr>
          <a:xfrm>
            <a:off x="457200" y="48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AI-Powered Data Extraction: Accurately pulls key data points from diverse document layouts.</a:t>
            </a:r>
          </a:p>
          <a:p>
            <a:r>
              <a:rPr lang="en-US" sz="1800"/>
              <a:t>u2022 Intelligent Document Classification: Automatically categorizes documents for efficient routing.</a:t>
            </a:r>
          </a:p>
          <a:p>
            <a:r>
              <a:rPr lang="en-US" sz="1800"/>
              <a:t>u2022 Customizable Validation Rules: Ensures data accuracy and compliance with business logic.</a:t>
            </a:r>
          </a:p>
          <a:p>
            <a:r>
              <a:rPr lang="en-US" sz="1800"/>
              <a:t>u2022 Seamless System Integrations: Connects with your CRM, ERP, and other business applications via APIs.</a:t>
            </a:r>
          </a:p>
          <a:p>
            <a:r>
              <a:rPr lang="en-US" sz="1800"/>
              <a:t>u2022 Scalable Cloud-Native Architecture: Processes millions of documents with enterprise-grade security.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Why DocParse Stands Out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457200" y="2400000"/>
          <a:ext cx="8229600" cy="15000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Manual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Legacy OCR Solutions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DocParse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Low (Human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Moderate (Template-dependent)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 (AI-driven learning)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Processing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Very Fast (Automated at scale)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Document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 (Specific forms)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 (Structured/Fixed templates)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Broad (Structured, semi-structured, unstructured)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Basic (CSV/JSON export)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Extensive (APIs, webhooks, RPA-ready)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Transform Your Document Workflow Today!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Ready to unlock the full potential of your documents and streamline your operations? DocParse provides a robust, scalable solution designed for modern enterprises seeking efficiency and data accuracy.</a:t>
            </a:r>
          </a:p>
        </p:txBody>
      </p:sp>
      <p:sp>
        <p:nvSpPr>
          <p:cNvPr id="4" name="List 4"/>
          <p:cNvSpPr txBox="1"/>
          <p:nvPr/>
        </p:nvSpPr>
        <p:spPr>
          <a:xfrm>
            <a:off x="457200" y="36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Request a Free Demo</a:t>
            </a:r>
          </a:p>
          <a:p>
            <a:r>
              <a:rPr lang="en-US" sz="1800"/>
              <a:t>u2022 Download Our Whitepaper on AI Document Processing</a:t>
            </a:r>
          </a:p>
          <a:p>
            <a:r>
              <a:rPr lang="en-US" sz="1800"/>
              <a:t>u2022 Visit DocParse.com to learn more</a:t>
            </a:r>
          </a:p>
          <a:p>
            <a:r>
              <a:rPr lang="en-US" sz="1800"/>
              <a:t>u2022 Contact Us: sales@docparse.com</a:t>
            </a:r>
          </a:p>
        </p:txBody>
      </p:sp>
    </p:spTree>
  </p:cSld>
</p:sld>
</file>

<file path=ppt/theme/theme1.xml><?xml version="1.0" encoding="utf-8"?>
<a:theme xmlns:a="http://schemas.openxmlformats.org/drawingml/2006/main" name="DocParse">
  <a:themeElements>
    <a:clrScheme name="DocPars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ocPars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ocPars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