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Formatted Text in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has </a:t>
            </a:r>
            <a:r>
              <a:rPr b="1"/>
              <a:t>bold text</a:t>
            </a:r>
            <a:r>
              <a:t> and </a:t>
            </a:r>
            <a:r>
              <a:rPr i="1"/>
              <a:t>italic text</a:t>
            </a:r>
            <a:r>
              <a:t> and </a:t>
            </a:r>
            <a:r>
              <a:rPr b="1" i="1"/>
              <a:t>bold italic</a:t>
            </a:r>
            <a:r>
              <a:t> formatting.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</a:t>
            </a:r>
            <a:r>
              <a:rPr b="1"/>
              <a:t>API manifest</a:t>
            </a:r>
            <a:r>
              <a:t> provides </a:t>
            </a:r>
            <a:r>
              <a:rPr i="1"/>
              <a:t>machine-readable</a:t>
            </a:r>
            <a:r>
              <a:t> endpoint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