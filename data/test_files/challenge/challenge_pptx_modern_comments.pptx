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/>
</file>

<file path=ppt/authors.xml><?xml version="1.0" encoding="utf-8"?>
<p188:authorLst xmlns:p188="http://schemas.microsoft.com/office/powerpoint/2018/8/main">
  <p188:author id="{A0000001-0000-0000-0000-000000000001}" name="Laura" initials="L" userId="laura@example.com" providerId="AD"/>
</p188:authorLst>
</file>

<file path=ppt/comments/modernComment_1_1.xml><?xml version="1.0" encoding="utf-8"?>
<p188:cmLst xmlns:p188="http://schemas.microsoft.com/office/powerpoint/2018/8/main" xmlns:a="http://schemas.openxmlformats.org/drawingml/2006/main">
  <p188:cm id="{C0000001-0000-0000-0000-000000000001}" authorId="{A0000001-0000-0000-0000-000000000001}" created="2026-08-06T10:00:00Z">
    <p188:txBody>
      <a:bodyPr/>
      <a:p>
        <a:r>
          <a:t>Is this forecast signed off by finance?</a:t>
        </a:r>
      </a:p>
    </p188:txBody>
  </p188:cm>
</p188:cmLst>
</file>

<file path=ppt/slides/_rels/slide1.xml.rels><?xml version="1.0" encoding="UTF-8" standalone="yes"?>
<Relationships xmlns="http://schemas.openxmlformats.org/package/2006/relationships">
<Relationship Id="rId1" Type="http://schemas.microsoft.com/office/powerpoint/2018/8/relationships/modernComment" Target="../comments/modernComment_1_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Q3 Revenue Forecast</a:t>
            </a:r>
          </a:p>
          <a:p>
            <a:r>
              <a:t>Growth of 40 percent year on year</a:t>
            </a:r>
          </a:p>
        </p:txBody>
      </p:sp>
    </p:spTree>
  </p:cSld>
</p:sld>
</file>