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 to greet the audience warmly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5 minutes on this slide. Emphasize point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the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important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