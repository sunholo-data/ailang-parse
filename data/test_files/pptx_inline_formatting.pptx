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plain then </a:t>
            </a:r>
            <a:r>
              <a:rPr b="1"/>
              <a:t>bold</a:t>
            </a:r>
            <a:r>
              <a:t> then </a:t>
            </a:r>
            <a:r>
              <a:rPr i="1"/>
              <a:t>italic</a:t>
            </a:r>
            <a:r>
              <a:t> then </a:t>
            </a:r>
            <a:r>
              <a:rPr u="sng"/>
              <a:t>underline</a:t>
            </a:r>
            <a:r>
              <a:t> then </a:t>
            </a:r>
            <a:r>
              <a:rPr strike="sngStrike"/>
              <a:t>strike</a:t>
            </a:r>
          </a:p>
          <a:p>
            <a:r>
              <a:t>E=mc</a:t>
            </a:r>
            <a:r>
              <a:rPr baseline="30000"/>
              <a:t>2</a:t>
            </a:r>
            <a:r>
              <a:t> and H</a:t>
            </a:r>
            <a:r>
              <a:rPr baseline="-25000"/>
              <a:t>2</a:t>
            </a:r>
            <a:r>
              <a:t>O</a:t>
            </a:r>
          </a:p>
          <a:p>
            <a:r>
              <a:t>wholly unformatted paragraph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