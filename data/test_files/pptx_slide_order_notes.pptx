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57" r:id="rId8"/>
    <p:sldId id="266" r:id="rId17"/>
    <p:sldId id="256" r:id="rId7"/>
    <p:sldId id="268" r:id="rId19"/>
    <p:sldId id="259" r:id="rId10"/>
    <p:sldId id="264" r:id="rId15"/>
    <p:sldId id="258" r:id="rId9"/>
    <p:sldId id="267" r:id="rId18"/>
    <p:sldId id="261" r:id="rId12"/>
    <p:sldId id="265" r:id="rId16"/>
    <p:sldId id="260" r:id="rId11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/>
        </p:nvSpPr>
        <p:spPr/>
        <p:txBody>
          <a:bodyPr/>
          <a:lstStyle/>
          <a:p>
            <a:r>
              <a:t>Segment two is the growth 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 for ten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Budget is draft until board sign-off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under a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 one of the roadmap notes</a:t>
            </a:r>
          </a:p>
          <a:p>
            <a:r>
              <a:t>Line two of the roadmap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candid about hiring risk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customer quote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each metric to a decision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grpSp>
        <p:nvGrpSpPr>
          <p:cNvPr id="99" name="Notes Group"/>
          <p:cNvGrpSpPr/>
          <p:nvPr/>
        </p:nvGrpSpPr>
        <p:grpSpPr/>
        <p:sp>
          <p:nvSpPr>
            <p:cNvPr id="3" name="Notes Placeholder 2"/>
            <p:cNvSpPr>
              <a:spLocks noGrp="1"/>
            </p:cNvSpPr>
            <p:nvPr>
              <p:ph type="body" idx="3" sz="quarter"/>
            </p:nvPr>
          </p:nvSpPr>
          <p:spPr/>
          <p:txBody>
            <a:bodyPr/>
            <a:lstStyle/>
            <a:p>
              <a:r>
                <a:t>Introduce the new hires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intentionally blank; pause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Milestone three moved a week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Per-page tiers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Five 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could go wrong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we need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we measure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we are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does what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Milestones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segments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Spend by quarter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 to Q4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